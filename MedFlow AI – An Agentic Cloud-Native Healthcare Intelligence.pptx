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D58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0B806-F991-4962-A5A3-3E9314722747}" v="22" dt="2026-09-23T05:40:08.7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howGuides="1">
      <p:cViewPr>
        <p:scale>
          <a:sx n="75" d="100"/>
          <a:sy n="75" d="100"/>
        </p:scale>
        <p:origin x="97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a akshaya" userId="acfd44303fe84435" providerId="LiveId" clId="{0DACF521-3E0A-48DA-AEA8-9CBF06B4098B}"/>
    <pc:docChg chg="undo custSel modSld">
      <pc:chgData name="doma akshaya" userId="acfd44303fe84435" providerId="LiveId" clId="{0DACF521-3E0A-48DA-AEA8-9CBF06B4098B}" dt="2026-09-23T06:01:55.111" v="424" actId="1076"/>
      <pc:docMkLst>
        <pc:docMk/>
      </pc:docMkLst>
      <pc:sldChg chg="addSp modSp mod">
        <pc:chgData name="doma akshaya" userId="acfd44303fe84435" providerId="LiveId" clId="{0DACF521-3E0A-48DA-AEA8-9CBF06B4098B}" dt="2026-09-23T05:57:56.448" v="421" actId="1076"/>
        <pc:sldMkLst>
          <pc:docMk/>
          <pc:sldMk cId="392633989" sldId="256"/>
        </pc:sldMkLst>
        <pc:spChg chg="mod">
          <ac:chgData name="doma akshaya" userId="acfd44303fe84435" providerId="LiveId" clId="{0DACF521-3E0A-48DA-AEA8-9CBF06B4098B}" dt="2026-09-23T05:43:02.809" v="342" actId="208"/>
          <ac:spMkLst>
            <pc:docMk/>
            <pc:sldMk cId="392633989" sldId="256"/>
            <ac:spMk id="2" creationId="{2F33FF32-62C7-1B3D-6DCB-CC90E7E6A5F1}"/>
          </ac:spMkLst>
        </pc:spChg>
        <pc:spChg chg="add mod">
          <ac:chgData name="doma akshaya" userId="acfd44303fe84435" providerId="LiveId" clId="{0DACF521-3E0A-48DA-AEA8-9CBF06B4098B}" dt="2026-09-23T05:43:12.748" v="343" actId="113"/>
          <ac:spMkLst>
            <pc:docMk/>
            <pc:sldMk cId="392633989" sldId="256"/>
            <ac:spMk id="3" creationId="{A4598ACC-6D9E-E64D-BFD2-926E81334700}"/>
          </ac:spMkLst>
        </pc:spChg>
        <pc:spChg chg="add mod">
          <ac:chgData name="doma akshaya" userId="acfd44303fe84435" providerId="LiveId" clId="{0DACF521-3E0A-48DA-AEA8-9CBF06B4098B}" dt="2026-09-23T05:41:55.055" v="332" actId="208"/>
          <ac:spMkLst>
            <pc:docMk/>
            <pc:sldMk cId="392633989" sldId="256"/>
            <ac:spMk id="4" creationId="{524F3B27-A74E-1B2C-2E8D-F727B6BBFE30}"/>
          </ac:spMkLst>
        </pc:spChg>
        <pc:spChg chg="add mod">
          <ac:chgData name="doma akshaya" userId="acfd44303fe84435" providerId="LiveId" clId="{0DACF521-3E0A-48DA-AEA8-9CBF06B4098B}" dt="2026-09-23T05:57:56.448" v="421" actId="1076"/>
          <ac:spMkLst>
            <pc:docMk/>
            <pc:sldMk cId="392633989" sldId="256"/>
            <ac:spMk id="6" creationId="{8F796729-50D2-2B0E-8D41-914FD74094E6}"/>
          </ac:spMkLst>
        </pc:spChg>
      </pc:sldChg>
      <pc:sldChg chg="addSp modSp mod">
        <pc:chgData name="doma akshaya" userId="acfd44303fe84435" providerId="LiveId" clId="{0DACF521-3E0A-48DA-AEA8-9CBF06B4098B}" dt="2026-09-23T05:19:32.425" v="11" actId="1076"/>
        <pc:sldMkLst>
          <pc:docMk/>
          <pc:sldMk cId="2633892927" sldId="257"/>
        </pc:sldMkLst>
        <pc:spChg chg="add mod">
          <ac:chgData name="doma akshaya" userId="acfd44303fe84435" providerId="LiveId" clId="{0DACF521-3E0A-48DA-AEA8-9CBF06B4098B}" dt="2026-09-23T05:19:32.425" v="11" actId="1076"/>
          <ac:spMkLst>
            <pc:docMk/>
            <pc:sldMk cId="2633892927" sldId="257"/>
            <ac:spMk id="4" creationId="{9E8C5FF4-0C54-39B1-C167-47A881C2B00D}"/>
          </ac:spMkLst>
        </pc:spChg>
      </pc:sldChg>
      <pc:sldChg chg="addSp modSp mod">
        <pc:chgData name="doma akshaya" userId="acfd44303fe84435" providerId="LiveId" clId="{0DACF521-3E0A-48DA-AEA8-9CBF06B4098B}" dt="2026-09-23T06:01:55.111" v="424" actId="1076"/>
        <pc:sldMkLst>
          <pc:docMk/>
          <pc:sldMk cId="2662465224" sldId="258"/>
        </pc:sldMkLst>
        <pc:spChg chg="add mod">
          <ac:chgData name="doma akshaya" userId="acfd44303fe84435" providerId="LiveId" clId="{0DACF521-3E0A-48DA-AEA8-9CBF06B4098B}" dt="2026-09-23T06:01:55.111" v="424" actId="1076"/>
          <ac:spMkLst>
            <pc:docMk/>
            <pc:sldMk cId="2662465224" sldId="258"/>
            <ac:spMk id="4" creationId="{1BC2125E-7891-B033-1EEB-4E2BB29FBA95}"/>
          </ac:spMkLst>
        </pc:spChg>
      </pc:sldChg>
      <pc:sldChg chg="addSp modSp mod">
        <pc:chgData name="doma akshaya" userId="acfd44303fe84435" providerId="LiveId" clId="{0DACF521-3E0A-48DA-AEA8-9CBF06B4098B}" dt="2026-09-23T05:43:48.886" v="349" actId="403"/>
        <pc:sldMkLst>
          <pc:docMk/>
          <pc:sldMk cId="3966800774" sldId="259"/>
        </pc:sldMkLst>
        <pc:spChg chg="add mod">
          <ac:chgData name="doma akshaya" userId="acfd44303fe84435" providerId="LiveId" clId="{0DACF521-3E0A-48DA-AEA8-9CBF06B4098B}" dt="2026-09-23T05:43:46.156" v="348" actId="403"/>
          <ac:spMkLst>
            <pc:docMk/>
            <pc:sldMk cId="3966800774" sldId="259"/>
            <ac:spMk id="4" creationId="{76721045-E25A-8B96-4A2D-F540DF36C9E7}"/>
          </ac:spMkLst>
        </pc:spChg>
        <pc:spChg chg="add mod">
          <ac:chgData name="doma akshaya" userId="acfd44303fe84435" providerId="LiveId" clId="{0DACF521-3E0A-48DA-AEA8-9CBF06B4098B}" dt="2026-09-23T05:43:48.886" v="349" actId="403"/>
          <ac:spMkLst>
            <pc:docMk/>
            <pc:sldMk cId="3966800774" sldId="259"/>
            <ac:spMk id="6" creationId="{2B450252-2E09-EEF1-B063-C490B5B85937}"/>
          </ac:spMkLst>
        </pc:spChg>
      </pc:sldChg>
      <pc:sldChg chg="addSp modSp mod">
        <pc:chgData name="doma akshaya" userId="acfd44303fe84435" providerId="LiveId" clId="{0DACF521-3E0A-48DA-AEA8-9CBF06B4098B}" dt="2026-09-23T05:43:54.012" v="350" actId="1076"/>
        <pc:sldMkLst>
          <pc:docMk/>
          <pc:sldMk cId="972328518" sldId="260"/>
        </pc:sldMkLst>
        <pc:spChg chg="add mod">
          <ac:chgData name="doma akshaya" userId="acfd44303fe84435" providerId="LiveId" clId="{0DACF521-3E0A-48DA-AEA8-9CBF06B4098B}" dt="2026-09-23T05:43:54.012" v="350" actId="1076"/>
          <ac:spMkLst>
            <pc:docMk/>
            <pc:sldMk cId="972328518" sldId="260"/>
            <ac:spMk id="4" creationId="{2A9047B7-FFAC-AA1D-0C53-F88D3D62C3E6}"/>
          </ac:spMkLst>
        </pc:spChg>
      </pc:sldChg>
      <pc:sldChg chg="addSp delSp modSp mod">
        <pc:chgData name="doma akshaya" userId="acfd44303fe84435" providerId="LiveId" clId="{0DACF521-3E0A-48DA-AEA8-9CBF06B4098B}" dt="2026-09-23T05:44:02.257" v="351" actId="1076"/>
        <pc:sldMkLst>
          <pc:docMk/>
          <pc:sldMk cId="1022246286" sldId="261"/>
        </pc:sldMkLst>
        <pc:spChg chg="mod">
          <ac:chgData name="doma akshaya" userId="acfd44303fe84435" providerId="LiveId" clId="{0DACF521-3E0A-48DA-AEA8-9CBF06B4098B}" dt="2026-09-23T05:27:07.075" v="95" actId="2711"/>
          <ac:spMkLst>
            <pc:docMk/>
            <pc:sldMk cId="1022246286" sldId="261"/>
            <ac:spMk id="2" creationId="{8CEA3B16-7EBE-218C-B317-8B378CE87FB0}"/>
          </ac:spMkLst>
        </pc:spChg>
        <pc:spChg chg="add del mod">
          <ac:chgData name="doma akshaya" userId="acfd44303fe84435" providerId="LiveId" clId="{0DACF521-3E0A-48DA-AEA8-9CBF06B4098B}" dt="2026-09-23T05:22:43.527" v="42"/>
          <ac:spMkLst>
            <pc:docMk/>
            <pc:sldMk cId="1022246286" sldId="261"/>
            <ac:spMk id="3" creationId="{54A63568-5819-E6E8-9F19-E9A58A036502}"/>
          </ac:spMkLst>
        </pc:spChg>
        <pc:spChg chg="add mod">
          <ac:chgData name="doma akshaya" userId="acfd44303fe84435" providerId="LiveId" clId="{0DACF521-3E0A-48DA-AEA8-9CBF06B4098B}" dt="2026-09-23T05:27:07.075" v="95" actId="2711"/>
          <ac:spMkLst>
            <pc:docMk/>
            <pc:sldMk cId="1022246286" sldId="261"/>
            <ac:spMk id="5" creationId="{C25D07CC-54B4-197E-012B-E5C966507A58}"/>
          </ac:spMkLst>
        </pc:spChg>
        <pc:spChg chg="add mod">
          <ac:chgData name="doma akshaya" userId="acfd44303fe84435" providerId="LiveId" clId="{0DACF521-3E0A-48DA-AEA8-9CBF06B4098B}" dt="2026-09-23T05:27:07.075" v="95" actId="2711"/>
          <ac:spMkLst>
            <pc:docMk/>
            <pc:sldMk cId="1022246286" sldId="261"/>
            <ac:spMk id="7" creationId="{7B1AB940-5D4A-1D95-4188-E21C5209E94B}"/>
          </ac:spMkLst>
        </pc:spChg>
        <pc:spChg chg="add mod">
          <ac:chgData name="doma akshaya" userId="acfd44303fe84435" providerId="LiveId" clId="{0DACF521-3E0A-48DA-AEA8-9CBF06B4098B}" dt="2026-09-23T05:27:07.075" v="95" actId="2711"/>
          <ac:spMkLst>
            <pc:docMk/>
            <pc:sldMk cId="1022246286" sldId="261"/>
            <ac:spMk id="9" creationId="{79A488BD-BBA5-8B1F-1FDB-334874480BE1}"/>
          </ac:spMkLst>
        </pc:spChg>
        <pc:spChg chg="add mod">
          <ac:chgData name="doma akshaya" userId="acfd44303fe84435" providerId="LiveId" clId="{0DACF521-3E0A-48DA-AEA8-9CBF06B4098B}" dt="2026-09-23T05:25:49.609" v="82" actId="14100"/>
          <ac:spMkLst>
            <pc:docMk/>
            <pc:sldMk cId="1022246286" sldId="261"/>
            <ac:spMk id="11" creationId="{ACB7DC61-4450-14E5-8655-96C59A75AC51}"/>
          </ac:spMkLst>
        </pc:spChg>
        <pc:spChg chg="add del mod">
          <ac:chgData name="doma akshaya" userId="acfd44303fe84435" providerId="LiveId" clId="{0DACF521-3E0A-48DA-AEA8-9CBF06B4098B}" dt="2026-09-23T05:23:50.007" v="58"/>
          <ac:spMkLst>
            <pc:docMk/>
            <pc:sldMk cId="1022246286" sldId="261"/>
            <ac:spMk id="12" creationId="{52BD29A7-62CC-FC1E-FFB5-DEF420A83A87}"/>
          </ac:spMkLst>
        </pc:spChg>
        <pc:spChg chg="add mod">
          <ac:chgData name="doma akshaya" userId="acfd44303fe84435" providerId="LiveId" clId="{0DACF521-3E0A-48DA-AEA8-9CBF06B4098B}" dt="2026-09-23T05:27:07.075" v="95" actId="2711"/>
          <ac:spMkLst>
            <pc:docMk/>
            <pc:sldMk cId="1022246286" sldId="261"/>
            <ac:spMk id="14" creationId="{9BFEB2FF-1FA6-734B-77EB-3EC2B77837AE}"/>
          </ac:spMkLst>
        </pc:spChg>
        <pc:spChg chg="add mod">
          <ac:chgData name="doma akshaya" userId="acfd44303fe84435" providerId="LiveId" clId="{0DACF521-3E0A-48DA-AEA8-9CBF06B4098B}" dt="2026-09-23T05:27:07.075" v="95" actId="2711"/>
          <ac:spMkLst>
            <pc:docMk/>
            <pc:sldMk cId="1022246286" sldId="261"/>
            <ac:spMk id="15" creationId="{0FB4FC1C-8EAC-F30E-571F-FB0504F03363}"/>
          </ac:spMkLst>
        </pc:spChg>
        <pc:spChg chg="add mod">
          <ac:chgData name="doma akshaya" userId="acfd44303fe84435" providerId="LiveId" clId="{0DACF521-3E0A-48DA-AEA8-9CBF06B4098B}" dt="2026-09-23T05:27:07.075" v="95" actId="2711"/>
          <ac:spMkLst>
            <pc:docMk/>
            <pc:sldMk cId="1022246286" sldId="261"/>
            <ac:spMk id="16" creationId="{171AC974-E2C4-E1F9-04EF-1EF74A7BD76B}"/>
          </ac:spMkLst>
        </pc:spChg>
        <pc:spChg chg="add mod">
          <ac:chgData name="doma akshaya" userId="acfd44303fe84435" providerId="LiveId" clId="{0DACF521-3E0A-48DA-AEA8-9CBF06B4098B}" dt="2026-09-23T05:44:02.257" v="351" actId="1076"/>
          <ac:spMkLst>
            <pc:docMk/>
            <pc:sldMk cId="1022246286" sldId="261"/>
            <ac:spMk id="17" creationId="{7EBFCB2B-952D-AF83-A05B-4A5E12C65C29}"/>
          </ac:spMkLst>
        </pc:spChg>
        <pc:spChg chg="add mod">
          <ac:chgData name="doma akshaya" userId="acfd44303fe84435" providerId="LiveId" clId="{0DACF521-3E0A-48DA-AEA8-9CBF06B4098B}" dt="2026-09-23T05:27:07.075" v="95" actId="2711"/>
          <ac:spMkLst>
            <pc:docMk/>
            <pc:sldMk cId="1022246286" sldId="261"/>
            <ac:spMk id="19" creationId="{4CA1AD44-045C-FDCB-1F24-1FC3019D3EA9}"/>
          </ac:spMkLst>
        </pc:spChg>
        <pc:spChg chg="add mod">
          <ac:chgData name="doma akshaya" userId="acfd44303fe84435" providerId="LiveId" clId="{0DACF521-3E0A-48DA-AEA8-9CBF06B4098B}" dt="2026-09-23T05:27:07.075" v="95" actId="2711"/>
          <ac:spMkLst>
            <pc:docMk/>
            <pc:sldMk cId="1022246286" sldId="261"/>
            <ac:spMk id="21" creationId="{5B2210BD-51E8-AC8D-80E9-3D05DDFC994D}"/>
          </ac:spMkLst>
        </pc:spChg>
      </pc:sldChg>
      <pc:sldChg chg="addSp delSp modSp mod">
        <pc:chgData name="doma akshaya" userId="acfd44303fe84435" providerId="LiveId" clId="{0DACF521-3E0A-48DA-AEA8-9CBF06B4098B}" dt="2026-09-23T06:01:37.675" v="423" actId="1076"/>
        <pc:sldMkLst>
          <pc:docMk/>
          <pc:sldMk cId="2196706880" sldId="262"/>
        </pc:sldMkLst>
        <pc:spChg chg="mod">
          <ac:chgData name="doma akshaya" userId="acfd44303fe84435" providerId="LiveId" clId="{0DACF521-3E0A-48DA-AEA8-9CBF06B4098B}" dt="2026-09-23T06:01:37.675" v="423" actId="1076"/>
          <ac:spMkLst>
            <pc:docMk/>
            <pc:sldMk cId="2196706880" sldId="262"/>
            <ac:spMk id="2" creationId="{2D5657FF-92AB-86BC-77D5-0831195ABF82}"/>
          </ac:spMkLst>
        </pc:spChg>
        <pc:spChg chg="add mod">
          <ac:chgData name="doma akshaya" userId="acfd44303fe84435" providerId="LiveId" clId="{0DACF521-3E0A-48DA-AEA8-9CBF06B4098B}" dt="2026-09-23T05:27:57.149" v="101" actId="767"/>
          <ac:spMkLst>
            <pc:docMk/>
            <pc:sldMk cId="2196706880" sldId="262"/>
            <ac:spMk id="5" creationId="{F5BF9474-E9C0-C9AD-8F47-340D3D31971F}"/>
          </ac:spMkLst>
        </pc:spChg>
        <pc:picChg chg="add del mod">
          <ac:chgData name="doma akshaya" userId="acfd44303fe84435" providerId="LiveId" clId="{0DACF521-3E0A-48DA-AEA8-9CBF06B4098B}" dt="2026-09-23T05:29:12.655" v="109" actId="478"/>
          <ac:picMkLst>
            <pc:docMk/>
            <pc:sldMk cId="2196706880" sldId="262"/>
            <ac:picMk id="4" creationId="{F68017B3-8E12-93DA-4527-D8CBA4D9A17A}"/>
          </ac:picMkLst>
        </pc:picChg>
        <pc:picChg chg="add del mod">
          <ac:chgData name="doma akshaya" userId="acfd44303fe84435" providerId="LiveId" clId="{0DACF521-3E0A-48DA-AEA8-9CBF06B4098B}" dt="2026-09-23T05:29:44.033" v="113" actId="478"/>
          <ac:picMkLst>
            <pc:docMk/>
            <pc:sldMk cId="2196706880" sldId="262"/>
            <ac:picMk id="7" creationId="{5EEBC474-ACDD-07CF-3DCA-1009B064CBBF}"/>
          </ac:picMkLst>
        </pc:picChg>
        <pc:picChg chg="add del mod">
          <ac:chgData name="doma akshaya" userId="acfd44303fe84435" providerId="LiveId" clId="{0DACF521-3E0A-48DA-AEA8-9CBF06B4098B}" dt="2026-09-23T05:51:31.479" v="376" actId="478"/>
          <ac:picMkLst>
            <pc:docMk/>
            <pc:sldMk cId="2196706880" sldId="262"/>
            <ac:picMk id="9" creationId="{47C46F27-5257-DA7E-3A53-B220B78844BE}"/>
          </ac:picMkLst>
        </pc:picChg>
        <pc:picChg chg="add del">
          <ac:chgData name="doma akshaya" userId="acfd44303fe84435" providerId="LiveId" clId="{0DACF521-3E0A-48DA-AEA8-9CBF06B4098B}" dt="2026-09-23T05:56:38.272" v="411" actId="478"/>
          <ac:picMkLst>
            <pc:docMk/>
            <pc:sldMk cId="2196706880" sldId="262"/>
            <ac:picMk id="11" creationId="{FE581563-ACDA-DD0F-70C8-261B488A6CCF}"/>
          </ac:picMkLst>
        </pc:picChg>
        <pc:picChg chg="add del mod">
          <ac:chgData name="doma akshaya" userId="acfd44303fe84435" providerId="LiveId" clId="{0DACF521-3E0A-48DA-AEA8-9CBF06B4098B}" dt="2026-09-23T05:53:11.924" v="380" actId="478"/>
          <ac:picMkLst>
            <pc:docMk/>
            <pc:sldMk cId="2196706880" sldId="262"/>
            <ac:picMk id="13" creationId="{439EA3AE-CF8E-8DBC-6F5C-A8741679A615}"/>
          </ac:picMkLst>
        </pc:picChg>
        <pc:picChg chg="add del mod">
          <ac:chgData name="doma akshaya" userId="acfd44303fe84435" providerId="LiveId" clId="{0DACF521-3E0A-48DA-AEA8-9CBF06B4098B}" dt="2026-09-23T05:56:01.518" v="398" actId="478"/>
          <ac:picMkLst>
            <pc:docMk/>
            <pc:sldMk cId="2196706880" sldId="262"/>
            <ac:picMk id="15" creationId="{FFACCB9F-FA83-D855-974B-4093CAD85E6E}"/>
          </ac:picMkLst>
        </pc:picChg>
        <pc:picChg chg="add mod modCrop">
          <ac:chgData name="doma akshaya" userId="acfd44303fe84435" providerId="LiveId" clId="{0DACF521-3E0A-48DA-AEA8-9CBF06B4098B}" dt="2026-09-23T05:57:25.619" v="420" actId="1076"/>
          <ac:picMkLst>
            <pc:docMk/>
            <pc:sldMk cId="2196706880" sldId="262"/>
            <ac:picMk id="17" creationId="{8C118A06-BB12-96C5-DD64-84FAC044337B}"/>
          </ac:picMkLst>
        </pc:picChg>
        <pc:picChg chg="add mod modCrop">
          <ac:chgData name="doma akshaya" userId="acfd44303fe84435" providerId="LiveId" clId="{0DACF521-3E0A-48DA-AEA8-9CBF06B4098B}" dt="2026-09-23T06:00:13.029" v="422" actId="1076"/>
          <ac:picMkLst>
            <pc:docMk/>
            <pc:sldMk cId="2196706880" sldId="262"/>
            <ac:picMk id="19" creationId="{27FC8A30-6AE6-9F89-8856-7A97E9F6F91C}"/>
          </ac:picMkLst>
        </pc:picChg>
      </pc:sldChg>
      <pc:sldChg chg="addSp modSp mod">
        <pc:chgData name="doma akshaya" userId="acfd44303fe84435" providerId="LiveId" clId="{0DACF521-3E0A-48DA-AEA8-9CBF06B4098B}" dt="2026-09-23T05:30:12.224" v="122" actId="14100"/>
        <pc:sldMkLst>
          <pc:docMk/>
          <pc:sldMk cId="1151125785" sldId="263"/>
        </pc:sldMkLst>
        <pc:spChg chg="mod">
          <ac:chgData name="doma akshaya" userId="acfd44303fe84435" providerId="LiveId" clId="{0DACF521-3E0A-48DA-AEA8-9CBF06B4098B}" dt="2026-09-23T05:29:55.738" v="118" actId="1076"/>
          <ac:spMkLst>
            <pc:docMk/>
            <pc:sldMk cId="1151125785" sldId="263"/>
            <ac:spMk id="2" creationId="{60492F28-4D1E-4540-4529-4F35CEEB5DBD}"/>
          </ac:spMkLst>
        </pc:spChg>
        <pc:picChg chg="add mod">
          <ac:chgData name="doma akshaya" userId="acfd44303fe84435" providerId="LiveId" clId="{0DACF521-3E0A-48DA-AEA8-9CBF06B4098B}" dt="2026-09-23T05:30:12.224" v="122" actId="14100"/>
          <ac:picMkLst>
            <pc:docMk/>
            <pc:sldMk cId="1151125785" sldId="263"/>
            <ac:picMk id="4" creationId="{1D5DD921-5F39-00A6-119C-DD40598178D3}"/>
          </ac:picMkLst>
        </pc:picChg>
      </pc:sldChg>
      <pc:sldChg chg="addSp delSp modSp mod">
        <pc:chgData name="doma akshaya" userId="acfd44303fe84435" providerId="LiveId" clId="{0DACF521-3E0A-48DA-AEA8-9CBF06B4098B}" dt="2026-09-23T05:55:42.729" v="397" actId="1076"/>
        <pc:sldMkLst>
          <pc:docMk/>
          <pc:sldMk cId="3347490114" sldId="264"/>
        </pc:sldMkLst>
        <pc:spChg chg="add del mod">
          <ac:chgData name="doma akshaya" userId="acfd44303fe84435" providerId="LiveId" clId="{0DACF521-3E0A-48DA-AEA8-9CBF06B4098B}" dt="2026-09-23T05:46:16.490" v="362" actId="22"/>
          <ac:spMkLst>
            <pc:docMk/>
            <pc:sldMk cId="3347490114" sldId="264"/>
            <ac:spMk id="4" creationId="{352955F5-868A-084C-7713-CC058AF5896B}"/>
          </ac:spMkLst>
        </pc:spChg>
        <pc:spChg chg="add mod">
          <ac:chgData name="doma akshaya" userId="acfd44303fe84435" providerId="LiveId" clId="{0DACF521-3E0A-48DA-AEA8-9CBF06B4098B}" dt="2026-09-23T05:47:04.818" v="370" actId="14100"/>
          <ac:spMkLst>
            <pc:docMk/>
            <pc:sldMk cId="3347490114" sldId="264"/>
            <ac:spMk id="6" creationId="{59FB646B-2338-0B75-ECFA-A776A8DFDB12}"/>
          </ac:spMkLst>
        </pc:spChg>
        <pc:spChg chg="add mod">
          <ac:chgData name="doma akshaya" userId="acfd44303fe84435" providerId="LiveId" clId="{0DACF521-3E0A-48DA-AEA8-9CBF06B4098B}" dt="2026-09-23T05:47:12.531" v="371" actId="14100"/>
          <ac:spMkLst>
            <pc:docMk/>
            <pc:sldMk cId="3347490114" sldId="264"/>
            <ac:spMk id="8" creationId="{A464BE5F-FAFE-7DF9-B1EE-3405C4B9CC24}"/>
          </ac:spMkLst>
        </pc:spChg>
        <pc:picChg chg="add mod modCrop">
          <ac:chgData name="doma akshaya" userId="acfd44303fe84435" providerId="LiveId" clId="{0DACF521-3E0A-48DA-AEA8-9CBF06B4098B}" dt="2026-09-23T05:55:42.729" v="397" actId="1076"/>
          <ac:picMkLst>
            <pc:docMk/>
            <pc:sldMk cId="3347490114" sldId="264"/>
            <ac:picMk id="10" creationId="{6843B4BE-1576-BEB8-E5AF-A613B362C0FF}"/>
          </ac:picMkLst>
        </pc:picChg>
      </pc:sldChg>
      <pc:sldChg chg="addSp modSp mod">
        <pc:chgData name="doma akshaya" userId="acfd44303fe84435" providerId="LiveId" clId="{0DACF521-3E0A-48DA-AEA8-9CBF06B4098B}" dt="2026-09-23T05:39:31.393" v="220" actId="404"/>
        <pc:sldMkLst>
          <pc:docMk/>
          <pc:sldMk cId="2186984615" sldId="265"/>
        </pc:sldMkLst>
        <pc:spChg chg="add mod">
          <ac:chgData name="doma akshaya" userId="acfd44303fe84435" providerId="LiveId" clId="{0DACF521-3E0A-48DA-AEA8-9CBF06B4098B}" dt="2026-09-23T05:38:54.424" v="214" actId="208"/>
          <ac:spMkLst>
            <pc:docMk/>
            <pc:sldMk cId="2186984615" sldId="265"/>
            <ac:spMk id="4" creationId="{28786786-23ED-EC59-59B9-E042DC59DBE7}"/>
          </ac:spMkLst>
        </pc:spChg>
        <pc:graphicFrameChg chg="add mod ord modGraphic">
          <ac:chgData name="doma akshaya" userId="acfd44303fe84435" providerId="LiveId" clId="{0DACF521-3E0A-48DA-AEA8-9CBF06B4098B}" dt="2026-09-23T05:39:31.393" v="220" actId="404"/>
          <ac:graphicFrameMkLst>
            <pc:docMk/>
            <pc:sldMk cId="2186984615" sldId="265"/>
            <ac:graphicFrameMk id="3" creationId="{64134C00-0F7E-11FA-5679-793FCBCC0CE4}"/>
          </ac:graphicFrameMkLst>
        </pc:graphicFrameChg>
      </pc:sldChg>
      <pc:sldChg chg="addSp modSp mod">
        <pc:chgData name="doma akshaya" userId="acfd44303fe84435" providerId="LiveId" clId="{0DACF521-3E0A-48DA-AEA8-9CBF06B4098B}" dt="2026-09-23T05:33:36.631" v="149" actId="255"/>
        <pc:sldMkLst>
          <pc:docMk/>
          <pc:sldMk cId="2230959773" sldId="266"/>
        </pc:sldMkLst>
        <pc:spChg chg="add mod">
          <ac:chgData name="doma akshaya" userId="acfd44303fe84435" providerId="LiveId" clId="{0DACF521-3E0A-48DA-AEA8-9CBF06B4098B}" dt="2026-09-23T05:33:23.797" v="145"/>
          <ac:spMkLst>
            <pc:docMk/>
            <pc:sldMk cId="2230959773" sldId="266"/>
            <ac:spMk id="4" creationId="{39B6BE0D-20AF-90D4-07BB-91A028919FE2}"/>
          </ac:spMkLst>
        </pc:spChg>
        <pc:spChg chg="add mod">
          <ac:chgData name="doma akshaya" userId="acfd44303fe84435" providerId="LiveId" clId="{0DACF521-3E0A-48DA-AEA8-9CBF06B4098B}" dt="2026-09-23T05:33:36.631" v="149" actId="255"/>
          <ac:spMkLst>
            <pc:docMk/>
            <pc:sldMk cId="2230959773" sldId="266"/>
            <ac:spMk id="6" creationId="{BFA71573-ABDE-4064-EAB0-4697002201C4}"/>
          </ac:spMkLst>
        </pc:spChg>
      </pc:sldChg>
      <pc:sldChg chg="addSp modSp mod">
        <pc:chgData name="doma akshaya" userId="acfd44303fe84435" providerId="LiveId" clId="{0DACF521-3E0A-48DA-AEA8-9CBF06B4098B}" dt="2026-09-23T05:34:30.332" v="158" actId="1076"/>
        <pc:sldMkLst>
          <pc:docMk/>
          <pc:sldMk cId="2375329774" sldId="267"/>
        </pc:sldMkLst>
        <pc:spChg chg="mod">
          <ac:chgData name="doma akshaya" userId="acfd44303fe84435" providerId="LiveId" clId="{0DACF521-3E0A-48DA-AEA8-9CBF06B4098B}" dt="2026-09-23T05:34:22.882" v="157" actId="2711"/>
          <ac:spMkLst>
            <pc:docMk/>
            <pc:sldMk cId="2375329774" sldId="267"/>
            <ac:spMk id="2" creationId="{FFD2C4C3-AB97-C8C5-2C0E-E9769FEC297C}"/>
          </ac:spMkLst>
        </pc:spChg>
        <pc:spChg chg="add mod">
          <ac:chgData name="doma akshaya" userId="acfd44303fe84435" providerId="LiveId" clId="{0DACF521-3E0A-48DA-AEA8-9CBF06B4098B}" dt="2026-09-23T05:34:22.882" v="157" actId="2711"/>
          <ac:spMkLst>
            <pc:docMk/>
            <pc:sldMk cId="2375329774" sldId="267"/>
            <ac:spMk id="4" creationId="{D3D8B2FB-6C13-54BC-A164-7C6855CC9CFF}"/>
          </ac:spMkLst>
        </pc:spChg>
        <pc:spChg chg="add mod">
          <ac:chgData name="doma akshaya" userId="acfd44303fe84435" providerId="LiveId" clId="{0DACF521-3E0A-48DA-AEA8-9CBF06B4098B}" dt="2026-09-23T05:34:30.332" v="158" actId="1076"/>
          <ac:spMkLst>
            <pc:docMk/>
            <pc:sldMk cId="2375329774" sldId="267"/>
            <ac:spMk id="6" creationId="{F285B0DD-A7AE-4244-3454-22B36A26FE19}"/>
          </ac:spMkLst>
        </pc:spChg>
      </pc:sldChg>
      <pc:sldChg chg="addSp delSp modSp mod">
        <pc:chgData name="doma akshaya" userId="acfd44303fe84435" providerId="LiveId" clId="{0DACF521-3E0A-48DA-AEA8-9CBF06B4098B}" dt="2026-09-23T05:36:06.661" v="178"/>
        <pc:sldMkLst>
          <pc:docMk/>
          <pc:sldMk cId="1069281267" sldId="268"/>
        </pc:sldMkLst>
        <pc:spChg chg="mod">
          <ac:chgData name="doma akshaya" userId="acfd44303fe84435" providerId="LiveId" clId="{0DACF521-3E0A-48DA-AEA8-9CBF06B4098B}" dt="2026-09-23T05:35:48.632" v="173" actId="2711"/>
          <ac:spMkLst>
            <pc:docMk/>
            <pc:sldMk cId="1069281267" sldId="268"/>
            <ac:spMk id="2" creationId="{63BA37DA-342A-B7B6-CB64-545EEA1FFAEF}"/>
          </ac:spMkLst>
        </pc:spChg>
        <pc:spChg chg="add mod">
          <ac:chgData name="doma akshaya" userId="acfd44303fe84435" providerId="LiveId" clId="{0DACF521-3E0A-48DA-AEA8-9CBF06B4098B}" dt="2026-09-23T05:36:05.281" v="176" actId="255"/>
          <ac:spMkLst>
            <pc:docMk/>
            <pc:sldMk cId="1069281267" sldId="268"/>
            <ac:spMk id="4" creationId="{BD52BCEF-2435-4E6E-91A5-EB2FB7C1E5C8}"/>
          </ac:spMkLst>
        </pc:spChg>
        <pc:spChg chg="add mod">
          <ac:chgData name="doma akshaya" userId="acfd44303fe84435" providerId="LiveId" clId="{0DACF521-3E0A-48DA-AEA8-9CBF06B4098B}" dt="2026-09-23T05:36:05.281" v="176" actId="255"/>
          <ac:spMkLst>
            <pc:docMk/>
            <pc:sldMk cId="1069281267" sldId="268"/>
            <ac:spMk id="6" creationId="{26373AB4-C09B-459F-333C-DBFCD58AE907}"/>
          </ac:spMkLst>
        </pc:spChg>
        <pc:spChg chg="add mod">
          <ac:chgData name="doma akshaya" userId="acfd44303fe84435" providerId="LiveId" clId="{0DACF521-3E0A-48DA-AEA8-9CBF06B4098B}" dt="2026-09-23T05:36:05.281" v="176" actId="255"/>
          <ac:spMkLst>
            <pc:docMk/>
            <pc:sldMk cId="1069281267" sldId="268"/>
            <ac:spMk id="8" creationId="{C37DE76F-D361-80B4-3FE4-CE8EF0B48A03}"/>
          </ac:spMkLst>
        </pc:spChg>
        <pc:spChg chg="add del mod">
          <ac:chgData name="doma akshaya" userId="acfd44303fe84435" providerId="LiveId" clId="{0DACF521-3E0A-48DA-AEA8-9CBF06B4098B}" dt="2026-09-23T05:36:06.661" v="178"/>
          <ac:spMkLst>
            <pc:docMk/>
            <pc:sldMk cId="1069281267" sldId="268"/>
            <ac:spMk id="9" creationId="{7157682F-4C65-22E5-4C8D-0A84665FBCB2}"/>
          </ac:spMkLst>
        </pc:spChg>
      </pc:sldChg>
      <pc:sldChg chg="addSp modSp mod">
        <pc:chgData name="doma akshaya" userId="acfd44303fe84435" providerId="LiveId" clId="{0DACF521-3E0A-48DA-AEA8-9CBF06B4098B}" dt="2026-09-23T05:36:45.842" v="183" actId="2711"/>
        <pc:sldMkLst>
          <pc:docMk/>
          <pc:sldMk cId="1727799466" sldId="269"/>
        </pc:sldMkLst>
        <pc:spChg chg="mod">
          <ac:chgData name="doma akshaya" userId="acfd44303fe84435" providerId="LiveId" clId="{0DACF521-3E0A-48DA-AEA8-9CBF06B4098B}" dt="2026-09-23T05:36:45.842" v="183" actId="2711"/>
          <ac:spMkLst>
            <pc:docMk/>
            <pc:sldMk cId="1727799466" sldId="269"/>
            <ac:spMk id="2" creationId="{4EE95FE6-38A6-2D99-4D73-8CAE462D39EA}"/>
          </ac:spMkLst>
        </pc:spChg>
        <pc:spChg chg="add mod">
          <ac:chgData name="doma akshaya" userId="acfd44303fe84435" providerId="LiveId" clId="{0DACF521-3E0A-48DA-AEA8-9CBF06B4098B}" dt="2026-09-23T05:36:45.842" v="183" actId="2711"/>
          <ac:spMkLst>
            <pc:docMk/>
            <pc:sldMk cId="1727799466" sldId="269"/>
            <ac:spMk id="4" creationId="{4E844CB0-875D-7E07-A2B7-6A828BC05953}"/>
          </ac:spMkLst>
        </pc:spChg>
        <pc:spChg chg="add mod">
          <ac:chgData name="doma akshaya" userId="acfd44303fe84435" providerId="LiveId" clId="{0DACF521-3E0A-48DA-AEA8-9CBF06B4098B}" dt="2026-09-23T05:36:45.842" v="183" actId="2711"/>
          <ac:spMkLst>
            <pc:docMk/>
            <pc:sldMk cId="1727799466" sldId="269"/>
            <ac:spMk id="6" creationId="{BF2CDFA3-BF32-9A8A-1490-18EFA4C613AE}"/>
          </ac:spMkLst>
        </pc:spChg>
      </pc:sldChg>
      <pc:sldChg chg="addSp delSp modSp mod">
        <pc:chgData name="doma akshaya" userId="acfd44303fe84435" providerId="LiveId" clId="{0DACF521-3E0A-48DA-AEA8-9CBF06B4098B}" dt="2026-09-23T05:38:05.587" v="210" actId="113"/>
        <pc:sldMkLst>
          <pc:docMk/>
          <pc:sldMk cId="158212701" sldId="270"/>
        </pc:sldMkLst>
        <pc:spChg chg="del">
          <ac:chgData name="doma akshaya" userId="acfd44303fe84435" providerId="LiveId" clId="{0DACF521-3E0A-48DA-AEA8-9CBF06B4098B}" dt="2026-09-23T05:36:58.109" v="184" actId="478"/>
          <ac:spMkLst>
            <pc:docMk/>
            <pc:sldMk cId="158212701" sldId="270"/>
            <ac:spMk id="2" creationId="{EA656CB3-3C00-FA66-B846-5E3DF9F98388}"/>
          </ac:spMkLst>
        </pc:spChg>
        <pc:spChg chg="add mod">
          <ac:chgData name="doma akshaya" userId="acfd44303fe84435" providerId="LiveId" clId="{0DACF521-3E0A-48DA-AEA8-9CBF06B4098B}" dt="2026-09-23T05:37:29.501" v="187" actId="207"/>
          <ac:spMkLst>
            <pc:docMk/>
            <pc:sldMk cId="158212701" sldId="270"/>
            <ac:spMk id="3" creationId="{99C91C59-DF6F-F066-47FE-B428F03624C3}"/>
          </ac:spMkLst>
        </pc:spChg>
        <pc:spChg chg="add mod">
          <ac:chgData name="doma akshaya" userId="acfd44303fe84435" providerId="LiveId" clId="{0DACF521-3E0A-48DA-AEA8-9CBF06B4098B}" dt="2026-09-23T05:38:05.587" v="210" actId="113"/>
          <ac:spMkLst>
            <pc:docMk/>
            <pc:sldMk cId="158212701" sldId="270"/>
            <ac:spMk id="4" creationId="{D0A7B932-FC95-BD93-C0DB-332A6D7A6F4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3FF32-62C7-1B3D-6DCB-CC90E7E6A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685800"/>
            <a:ext cx="10058400" cy="1581912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MedFlow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– An Agentic Cloud-Native Healthcare Intelligence Platform using Microservices, DevOps and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98ACC-6D9E-E64D-BFD2-926E81334700}"/>
              </a:ext>
            </a:extLst>
          </p:cNvPr>
          <p:cNvSpPr txBox="1"/>
          <p:nvPr/>
        </p:nvSpPr>
        <p:spPr>
          <a:xfrm>
            <a:off x="7772400" y="4419600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- 3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 AKSHAYA – 2420030474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NALLAPU SREEJA – 2420030267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JITHYA SRI - 2420030586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4F3B27-A74E-1B2C-2E8D-F727B6BBFE30}"/>
              </a:ext>
            </a:extLst>
          </p:cNvPr>
          <p:cNvSpPr/>
          <p:nvPr/>
        </p:nvSpPr>
        <p:spPr>
          <a:xfrm>
            <a:off x="685800" y="4038600"/>
            <a:ext cx="10972800" cy="381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96729-50D2-2B0E-8D41-914FD74094E6}"/>
              </a:ext>
            </a:extLst>
          </p:cNvPr>
          <p:cNvSpPr txBox="1"/>
          <p:nvPr/>
        </p:nvSpPr>
        <p:spPr>
          <a:xfrm>
            <a:off x="2552700" y="2819400"/>
            <a:ext cx="701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Adaptive</a:t>
            </a:r>
            <a:r>
              <a:rPr lang="en-US" sz="2800" b="1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sz="28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28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8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(24CI3201)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33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52DD-518B-6C32-70AD-3195FD47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8C5FF4-0C54-39B1-C167-47A881C2B00D}"/>
              </a:ext>
            </a:extLst>
          </p:cNvPr>
          <p:cNvSpPr txBox="1"/>
          <p:nvPr/>
        </p:nvSpPr>
        <p:spPr>
          <a:xfrm>
            <a:off x="1097280" y="1981200"/>
            <a:ext cx="81113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healthcare systems are often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monolithic and tightly coupled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healthcare departments may 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isolated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Patient, doctor, appointment, laboratory, pharmacy and billing information can become difficult to manage centrally.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workflows can cause: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duplication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gaps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automation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provide limited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assistance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applications require: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</a:t>
            </a:r>
          </a:p>
        </p:txBody>
      </p:sp>
    </p:spTree>
    <p:extLst>
      <p:ext uri="{BB962C8B-B14F-4D97-AF65-F5344CB8AC3E}">
        <p14:creationId xmlns:p14="http://schemas.microsoft.com/office/powerpoint/2010/main" val="2633892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228B-8137-B412-8551-C4BBCA37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2125E-7891-B033-1EEB-4E2BB29FBA95}"/>
              </a:ext>
            </a:extLst>
          </p:cNvPr>
          <p:cNvSpPr txBox="1"/>
          <p:nvPr/>
        </p:nvSpPr>
        <p:spPr>
          <a:xfrm>
            <a:off x="1447800" y="1762760"/>
            <a:ext cx="60984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Monolithic healthcare applications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workflows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interoperability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AI assistance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independent scaling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dependency between modules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changes can affect the complete application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observability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concerns 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coupling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maintenance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scaling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point of failure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feature development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intelligent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266246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3ABAD-CBAF-94E4-A491-09745AD4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721045-E25A-8B96-4A2D-F540DF36C9E7}"/>
              </a:ext>
            </a:extLst>
          </p:cNvPr>
          <p:cNvSpPr txBox="1"/>
          <p:nvPr/>
        </p:nvSpPr>
        <p:spPr>
          <a:xfrm>
            <a:off x="1097280" y="1797565"/>
            <a:ext cx="60984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MedFlow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proposes: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microservices architecture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healthcare services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Cloud Gateway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Eureka Service Discovery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database-per-service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Service using Spring AI + Gemini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Orchestrator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AI Agents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AI tool calling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orchestration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cloud deployment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 CI/CD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scanning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 + Grafana monitoring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50252-2E09-EEF1-B063-C490B5B85937}"/>
              </a:ext>
            </a:extLst>
          </p:cNvPr>
          <p:cNvSpPr txBox="1"/>
          <p:nvPr/>
        </p:nvSpPr>
        <p:spPr>
          <a:xfrm>
            <a:off x="6139098" y="1797565"/>
            <a:ext cx="609845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Service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Service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Service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Records Service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Service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Pharmacy Service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Service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Service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Service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Service</a:t>
            </a:r>
          </a:p>
        </p:txBody>
      </p:sp>
    </p:spTree>
    <p:extLst>
      <p:ext uri="{BB962C8B-B14F-4D97-AF65-F5344CB8AC3E}">
        <p14:creationId xmlns:p14="http://schemas.microsoft.com/office/powerpoint/2010/main" val="3966800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9403-368A-6068-E115-EBBCEDE66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047B7-FFAC-AA1D-0C53-F88D3D62C3E6}"/>
              </a:ext>
            </a:extLst>
          </p:cNvPr>
          <p:cNvSpPr txBox="1"/>
          <p:nvPr/>
        </p:nvSpPr>
        <p:spPr>
          <a:xfrm>
            <a:off x="1295400" y="1905000"/>
            <a:ext cx="60984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healthcare management platform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independent service deployment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separate databases for services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AI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and Gemini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specialized AI agents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controlled AI tool access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automated CI/CD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practices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health monitoring and observability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Docker and Kubernetes deployment </a:t>
            </a:r>
          </a:p>
        </p:txBody>
      </p:sp>
    </p:spTree>
    <p:extLst>
      <p:ext uri="{BB962C8B-B14F-4D97-AF65-F5344CB8AC3E}">
        <p14:creationId xmlns:p14="http://schemas.microsoft.com/office/powerpoint/2010/main" val="972328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3B16-7EBE-218C-B317-8B378CE87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D07CC-54B4-197E-012B-E5C966507A58}"/>
              </a:ext>
            </a:extLst>
          </p:cNvPr>
          <p:cNvSpPr txBox="1"/>
          <p:nvPr/>
        </p:nvSpPr>
        <p:spPr>
          <a:xfrm>
            <a:off x="1219200" y="1981200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stakeholders: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AB940-5D4A-1D95-4188-E21C5209E94B}"/>
              </a:ext>
            </a:extLst>
          </p:cNvPr>
          <p:cNvSpPr txBox="1"/>
          <p:nvPr/>
        </p:nvSpPr>
        <p:spPr>
          <a:xfrm>
            <a:off x="1204452" y="2350532"/>
            <a:ext cx="21483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A488BD-BBA5-8B1F-1FDB-334874480BE1}"/>
              </a:ext>
            </a:extLst>
          </p:cNvPr>
          <p:cNvSpPr txBox="1"/>
          <p:nvPr/>
        </p:nvSpPr>
        <p:spPr>
          <a:xfrm>
            <a:off x="3392129" y="2350532"/>
            <a:ext cx="23990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information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profile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7DC61-4450-14E5-8655-96C59A75AC51}"/>
              </a:ext>
            </a:extLst>
          </p:cNvPr>
          <p:cNvSpPr txBox="1"/>
          <p:nvPr/>
        </p:nvSpPr>
        <p:spPr>
          <a:xfrm>
            <a:off x="1219200" y="4219434"/>
            <a:ext cx="2133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Nurses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care workflows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information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FEB2FF-1FA6-734B-77EB-3EC2B77837AE}"/>
              </a:ext>
            </a:extLst>
          </p:cNvPr>
          <p:cNvSpPr txBox="1"/>
          <p:nvPr/>
        </p:nvSpPr>
        <p:spPr>
          <a:xfrm>
            <a:off x="5791200" y="2323493"/>
            <a:ext cx="27792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Receptionists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coordination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B4FC1C-8EAC-F30E-571F-FB0504F03363}"/>
              </a:ext>
            </a:extLst>
          </p:cNvPr>
          <p:cNvSpPr txBox="1"/>
          <p:nvPr/>
        </p:nvSpPr>
        <p:spPr>
          <a:xfrm>
            <a:off x="3548375" y="4219434"/>
            <a:ext cx="18582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Staff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requests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1AC974-E2C4-E1F9-04EF-1EF74A7BD76B}"/>
              </a:ext>
            </a:extLst>
          </p:cNvPr>
          <p:cNvSpPr txBox="1"/>
          <p:nvPr/>
        </p:nvSpPr>
        <p:spPr>
          <a:xfrm>
            <a:off x="5791200" y="4197192"/>
            <a:ext cx="17419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Pharmacists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Medicines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BFCB2B-952D-AF83-A05B-4A5E12C65C29}"/>
              </a:ext>
            </a:extLst>
          </p:cNvPr>
          <p:cNvSpPr txBox="1"/>
          <p:nvPr/>
        </p:nvSpPr>
        <p:spPr>
          <a:xfrm>
            <a:off x="10254532" y="4219434"/>
            <a:ext cx="16403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Staff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A1AD44-045C-FDCB-1F24-1FC3019D3EA9}"/>
              </a:ext>
            </a:extLst>
          </p:cNvPr>
          <p:cNvSpPr txBox="1"/>
          <p:nvPr/>
        </p:nvSpPr>
        <p:spPr>
          <a:xfrm>
            <a:off x="7819668" y="4181261"/>
            <a:ext cx="2148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Staff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requests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2210BD-51E8-AC8D-80E9-3D05DDFC994D}"/>
              </a:ext>
            </a:extLst>
          </p:cNvPr>
          <p:cNvSpPr txBox="1"/>
          <p:nvPr/>
        </p:nvSpPr>
        <p:spPr>
          <a:xfrm>
            <a:off x="8382000" y="2298912"/>
            <a:ext cx="289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User/service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val="1022246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657FF-92AB-86BC-77D5-0831195AB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11205"/>
            <a:ext cx="10058400" cy="74676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F9474-E9C0-C9AD-8F47-340D3D31971F}"/>
              </a:ext>
            </a:extLst>
          </p:cNvPr>
          <p:cNvSpPr txBox="1"/>
          <p:nvPr/>
        </p:nvSpPr>
        <p:spPr>
          <a:xfrm>
            <a:off x="3923071" y="66662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118A06-BB12-96C5-DD64-84FAC04433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41" r="17559" b="4273"/>
          <a:stretch>
            <a:fillRect/>
          </a:stretch>
        </p:blipFill>
        <p:spPr>
          <a:xfrm>
            <a:off x="7772400" y="2133600"/>
            <a:ext cx="2971800" cy="403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FC8A30-6AE6-9F89-8856-7A97E9F6F9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67" r="10000" b="2796"/>
          <a:stretch>
            <a:fillRect/>
          </a:stretch>
        </p:blipFill>
        <p:spPr>
          <a:xfrm>
            <a:off x="1828800" y="1905000"/>
            <a:ext cx="31242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70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2F28-4D1E-4540-4529-4F35CEEB5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2400"/>
            <a:ext cx="10058400" cy="67056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5DD921-5F39-00A6-119C-DD4059817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1004"/>
            <a:ext cx="12192000" cy="606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25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1CEA-6892-379E-7C0B-003FB516E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Design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FB646B-2338-0B75-ECFA-A776A8DFDB12}"/>
              </a:ext>
            </a:extLst>
          </p:cNvPr>
          <p:cNvSpPr txBox="1"/>
          <p:nvPr/>
        </p:nvSpPr>
        <p:spPr>
          <a:xfrm>
            <a:off x="1219200" y="1828800"/>
            <a:ext cx="312705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&amp; Security Layer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role-based UI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Service Layer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Microservices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4BE5F-FAFE-7DF9-B1EE-3405C4B9CC24}"/>
              </a:ext>
            </a:extLst>
          </p:cNvPr>
          <p:cNvSpPr txBox="1"/>
          <p:nvPr/>
        </p:nvSpPr>
        <p:spPr>
          <a:xfrm>
            <a:off x="4648200" y="1828800"/>
            <a:ext cx="29718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 Layer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+ Gemini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Orchestrator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AI Agents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Tool Calling 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Layer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Database-per-Service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service data 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Deployment &amp; Operations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Observability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3B4BE-1576-BEB8-E5AF-A613B362C0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40" r="9758"/>
          <a:stretch>
            <a:fillRect/>
          </a:stretch>
        </p:blipFill>
        <p:spPr>
          <a:xfrm>
            <a:off x="7845744" y="1828800"/>
            <a:ext cx="4307840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90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FFB7A-9F8B-4841-F2C4-DA21AAEA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786786-23ED-EC59-59B9-E042DC59DBE7}"/>
              </a:ext>
            </a:extLst>
          </p:cNvPr>
          <p:cNvSpPr/>
          <p:nvPr/>
        </p:nvSpPr>
        <p:spPr>
          <a:xfrm>
            <a:off x="0" y="6324595"/>
            <a:ext cx="12192000" cy="53340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134C00-0F7E-11FA-5679-793FCBCC0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546855"/>
              </p:ext>
            </p:extLst>
          </p:nvPr>
        </p:nvGraphicFramePr>
        <p:xfrm>
          <a:off x="2971800" y="1737360"/>
          <a:ext cx="5715000" cy="5120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95214783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8586839"/>
                    </a:ext>
                  </a:extLst>
                </a:gridCol>
              </a:tblGrid>
              <a:tr h="281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45713" marR="45713" marT="22856" marB="22856" anchor="ctr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marL="45713" marR="45713" marT="22856" marB="22856" anchor="ctr">
                    <a:solidFill>
                      <a:srgbClr val="BD5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421698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React.js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4195252917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4027394002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Boot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517773683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Microservices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Boot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2991424790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Gateway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Cloud Gateway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1853636481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Discovery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Eureka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4140852875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Security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3562659938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2337508529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AI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2511131095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Model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Gemini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629650700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860011635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Containerization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1403366623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Orchestration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Kubernetes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2621683718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1115310596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CI/CD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 Actions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866481707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Quality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SonarQube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308669551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Vulnerability Scan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Trivy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1243346085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Testing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OWASP ZAP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2751183758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Actuator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2571806690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Prometheus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4201957026"/>
                  </a:ext>
                </a:extLst>
              </a:tr>
              <a:tr h="223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</a:t>
                      </a:r>
                    </a:p>
                  </a:txBody>
                  <a:tcPr marL="45713" marR="45713" marT="22856" marB="228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Grafana</a:t>
                      </a:r>
                    </a:p>
                  </a:txBody>
                  <a:tcPr marL="45713" marR="45713" marT="22856" marB="22856" anchor="ctr"/>
                </a:tc>
                <a:extLst>
                  <a:ext uri="{0D108BD9-81ED-4DB2-BD59-A6C34878D82A}">
                    <a16:rowId xmlns:a16="http://schemas.microsoft.com/office/drawing/2014/main" val="837010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984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221B-0771-85C8-CE85-3B586280C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Features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B6BE0D-20AF-90D4-07BB-91A028919FE2}"/>
              </a:ext>
            </a:extLst>
          </p:cNvPr>
          <p:cNvSpPr txBox="1"/>
          <p:nvPr/>
        </p:nvSpPr>
        <p:spPr>
          <a:xfrm>
            <a:off x="1134151" y="1770083"/>
            <a:ext cx="465704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Service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integration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request processing 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Orchestrator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 recognition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selection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authorization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generation 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Agents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Agent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Agent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Agent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Pharmacy Agent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Agent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Agent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&amp; Recovery Agent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71573-ABDE-4064-EAB0-4697002201C4}"/>
              </a:ext>
            </a:extLst>
          </p:cNvPr>
          <p:cNvSpPr txBox="1"/>
          <p:nvPr/>
        </p:nvSpPr>
        <p:spPr>
          <a:xfrm>
            <a:off x="6096000" y="1765167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Tools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Whitelisted APIs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tool calling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backend access 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AI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Data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&amp; Meal Plans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&amp; Progress</a:t>
            </a:r>
          </a:p>
        </p:txBody>
      </p:sp>
    </p:spTree>
    <p:extLst>
      <p:ext uri="{BB962C8B-B14F-4D97-AF65-F5344CB8AC3E}">
        <p14:creationId xmlns:p14="http://schemas.microsoft.com/office/powerpoint/2010/main" val="2230959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2C4C3-AB97-C8C5-2C0E-E9769FEC2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&amp; Modules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8B2FB-6C13-54BC-A164-7C6855CC9CFF}"/>
              </a:ext>
            </a:extLst>
          </p:cNvPr>
          <p:cNvSpPr txBox="1"/>
          <p:nvPr/>
        </p:nvSpPr>
        <p:spPr>
          <a:xfrm>
            <a:off x="1295400" y="1981200"/>
            <a:ext cx="4038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Windows/Linux/macOS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such as VS Code/IntelliJ/STS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5B0DD-A7AE-4244-3454-22B36A26FE19}"/>
              </a:ext>
            </a:extLst>
          </p:cNvPr>
          <p:cNvSpPr txBox="1"/>
          <p:nvPr/>
        </p:nvSpPr>
        <p:spPr>
          <a:xfrm>
            <a:off x="6019800" y="1981200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Modules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Assistance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</a:t>
            </a:r>
          </a:p>
        </p:txBody>
      </p:sp>
    </p:spTree>
    <p:extLst>
      <p:ext uri="{BB962C8B-B14F-4D97-AF65-F5344CB8AC3E}">
        <p14:creationId xmlns:p14="http://schemas.microsoft.com/office/powerpoint/2010/main" val="2375329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37DA-342A-B7B6-CB64-545EEA1F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Testing, Outcomes &amp; Future Scope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2BCEF-2435-4E6E-91A5-EB2FB7C1E5C8}"/>
              </a:ext>
            </a:extLst>
          </p:cNvPr>
          <p:cNvSpPr txBox="1"/>
          <p:nvPr/>
        </p:nvSpPr>
        <p:spPr>
          <a:xfrm>
            <a:off x="1097280" y="1859339"/>
            <a:ext cx="37795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 communication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workflow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Health-check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73AB4-C09B-459F-333C-DBFCD58AE907}"/>
              </a:ext>
            </a:extLst>
          </p:cNvPr>
          <p:cNvSpPr txBox="1"/>
          <p:nvPr/>
        </p:nvSpPr>
        <p:spPr>
          <a:xfrm>
            <a:off x="4305300" y="1870213"/>
            <a:ext cx="3581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Expected/Implemented Outcomes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microservices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databases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workflows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AI tool access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Containerized deployment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CI/CD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observability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DE76F-D361-80B4-3FE4-CE8EF0B48A03}"/>
              </a:ext>
            </a:extLst>
          </p:cNvPr>
          <p:cNvSpPr txBox="1"/>
          <p:nvPr/>
        </p:nvSpPr>
        <p:spPr>
          <a:xfrm>
            <a:off x="7886700" y="1859339"/>
            <a:ext cx="3779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specialized AI agents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predictive analytics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healthcare assistant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hospital integrations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cloud automation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evaluation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Kubernetes scaling</a:t>
            </a:r>
          </a:p>
        </p:txBody>
      </p:sp>
    </p:spTree>
    <p:extLst>
      <p:ext uri="{BB962C8B-B14F-4D97-AF65-F5344CB8AC3E}">
        <p14:creationId xmlns:p14="http://schemas.microsoft.com/office/powerpoint/2010/main" val="1069281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5FE6-38A6-2D99-4D73-8CAE462D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844CB0-875D-7E07-A2B7-6A828BC05953}"/>
              </a:ext>
            </a:extLst>
          </p:cNvPr>
          <p:cNvSpPr txBox="1"/>
          <p:nvPr/>
        </p:nvSpPr>
        <p:spPr>
          <a:xfrm>
            <a:off x="1097280" y="1828800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combines: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management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technologies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modular and scalable architecture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role-based access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database-per-service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intelligent assistance through specialized agents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controlled AI tool calling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containerized cloud deployment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monitoring and observability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2CDFA3-BF32-9A8A-1490-18EFA4C613AE}"/>
              </a:ext>
            </a:extLst>
          </p:cNvPr>
          <p:cNvSpPr txBox="1"/>
          <p:nvPr/>
        </p:nvSpPr>
        <p:spPr>
          <a:xfrm>
            <a:off x="7086600" y="1848465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agents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healthcare analytics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Wearable/IoT integration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personalization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Multi-hospital integration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auto-scaling</a:t>
            </a:r>
          </a:p>
        </p:txBody>
      </p:sp>
    </p:spTree>
    <p:extLst>
      <p:ext uri="{BB962C8B-B14F-4D97-AF65-F5344CB8AC3E}">
        <p14:creationId xmlns:p14="http://schemas.microsoft.com/office/powerpoint/2010/main" val="1727799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C91C59-DF6F-F066-47FE-B428F03624C3}"/>
              </a:ext>
            </a:extLst>
          </p:cNvPr>
          <p:cNvSpPr/>
          <p:nvPr/>
        </p:nvSpPr>
        <p:spPr>
          <a:xfrm>
            <a:off x="1295400" y="2286000"/>
            <a:ext cx="9372600" cy="1905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7B932-FC95-BD93-C0DB-332A6D7A6F44}"/>
              </a:ext>
            </a:extLst>
          </p:cNvPr>
          <p:cNvSpPr txBox="1"/>
          <p:nvPr/>
        </p:nvSpPr>
        <p:spPr>
          <a:xfrm>
            <a:off x="3733800" y="2776835"/>
            <a:ext cx="533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2127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243</TotalTime>
  <Words>776</Words>
  <Application>Microsoft Office PowerPoint</Application>
  <PresentationFormat>Widescreen</PresentationFormat>
  <Paragraphs>315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Retrospect</vt:lpstr>
      <vt:lpstr>MedFlow AI – An Agentic Cloud-Native Healthcare Intelligence Platform using Microservices, DevOps and DevSecOps</vt:lpstr>
      <vt:lpstr>Problem Statement</vt:lpstr>
      <vt:lpstr>Existing System</vt:lpstr>
      <vt:lpstr>Proposed System</vt:lpstr>
      <vt:lpstr>Objectives</vt:lpstr>
      <vt:lpstr>Stakeholders</vt:lpstr>
      <vt:lpstr>System Workflow</vt:lpstr>
      <vt:lpstr>System Architecture</vt:lpstr>
      <vt:lpstr>Project Design</vt:lpstr>
      <vt:lpstr>Technology Stack</vt:lpstr>
      <vt:lpstr>AI-Based Features</vt:lpstr>
      <vt:lpstr>System Requirements &amp; Modules</vt:lpstr>
      <vt:lpstr>Testing, Outcomes &amp; Future Scope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doma akshaya</dc:creator>
  <cp:lastModifiedBy>doma akshaya</cp:lastModifiedBy>
  <cp:revision>2</cp:revision>
  <dcterms:created xsi:type="dcterms:W3CDTF">2026-09-20T07:00:37Z</dcterms:created>
  <dcterms:modified xsi:type="dcterms:W3CDTF">2026-09-23T06:01:59Z</dcterms:modified>
</cp:coreProperties>
</file>